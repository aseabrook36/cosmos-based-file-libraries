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drainage ditches are still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done by volunteers and a digger.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Monitoring continues until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Restoring Cowley Fen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Alice Baumgartner, 2026-09-02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Drained for farming in 1840</a:t>
            </a:r>
          </a:p>
          <a:p>
            <a:r>
              <a:t>Peat loss of 1.9 m since drainage</a:t>
            </a:r>
          </a:p>
          <a:p>
            <a:r>
              <a:t>Last bittern recorded in 1953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14 km of ditches</a:t>
            </a:r>
          </a:p>
          <a:p>
            <a:r>
              <a:t>Rewet 220 hectares</a:t>
            </a:r>
          </a:p>
          <a:p>
            <a:r>
              <a:t>Reintroduce water voles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Bittern returned in spring 2026</a:t>
            </a:r>
          </a:p>
          <a:p>
            <a:r>
              <a:t>Water table up 38 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Visiting the fen</a:t>
            </a:r>
          </a:p>
        </p:txBody>
      </p:sp>
      <p:pic>
        <p:nvPicPr>
          <p:cNvPr id="3" name="Picture 2" descr="10-heron-loop-trail-sig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Restoring Cowley Fen</dc:title>
  <dc:subject/>
  <dc:creator>Dr. Alice Baumgartner</dc:creator>
  <cp:keywords/>
  <dc:description>generated using python-pptx</dc:description>
  <cp:lastModifiedBy>Steve Canny</cp:lastModifiedBy>
  <cp:revision>1</cp:revision>
  <dcterms:created xsi:type="dcterms:W3CDTF">2026-09-02T10:00:00Z</dcterms:created>
  <dcterms:modified xsi:type="dcterms:W3CDTF">2026-09-02T10:00:00Z</dcterms:modified>
  <cp:category/>
</cp:coreProperties>
</file>